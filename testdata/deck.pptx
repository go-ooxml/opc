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12E4184-B384-4206-B31B-A9EAF62F33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360000" y="360000"/>
            <a:ext cx="36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note: say it slowly.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6DF10-73C6-4282-82C3-BF49D5AA1A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CF883E-9007-427C-AB22-BEC2FFB6F5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879632A-FBFF-4C4B-B34F-86828205D52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a reader needs from a deck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20000" y="180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words, in order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which slide they were 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72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table on a slide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" name=""/>
          <p:cNvGraphicFramePr/>
          <p:nvPr/>
        </p:nvGraphicFramePr>
        <p:xfrm>
          <a:off x="720000" y="1800000"/>
          <a:ext cx="4320000" cy="1440000"/>
        </p:xfrm>
        <a:graphic>
          <a:graphicData uri="http://schemas.openxmlformats.org/drawingml/2006/table">
            <a:tbl>
              <a:tblPr/>
              <a:tblGrid>
                <a:gridCol w="2160000"/>
                <a:gridCol w="2160000"/>
              </a:tblGrid>
              <a:tr h="72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format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tools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2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odp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19" name=""/>
          <p:cNvSpPr/>
          <p:nvPr/>
        </p:nvSpPr>
        <p:spPr>
          <a:xfrm>
            <a:off x="5760000" y="2160000"/>
            <a:ext cx="1440000" cy="602280"/>
          </a:xfr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in a shape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LibreOffice/25.8.2.2$MacOSX_AARCH64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